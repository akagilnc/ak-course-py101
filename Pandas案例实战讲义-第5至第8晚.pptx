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Pandas 案例实战讲义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第5～8晚课堂结构、目标与重点技巧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第5晚：股价趋势与涨跌幅计算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教学目标：</a:t>
            </a:r>
          </a:p>
          <a:p>
            <a:r>
              <a:t>- 掌握时间序列数据读取与处理</a:t>
            </a:r>
          </a:p>
          <a:p>
            <a:r>
              <a:t>- 手动计算涨跌幅与涨跌额</a:t>
            </a:r>
          </a:p>
          <a:p>
            <a:r>
              <a:t>- 绘制收盘价趋势图</a:t>
            </a:r>
          </a:p>
          <a:p>
            <a:r>
              <a:t>⭐ 重点技巧：</a:t>
            </a:r>
          </a:p>
          <a:p>
            <a:r>
              <a:t>- 使用 .shift() 回看昨天价格</a:t>
            </a:r>
          </a:p>
          <a:p>
            <a:r>
              <a:t>- 创建自定义计算列</a:t>
            </a:r>
          </a:p>
          <a:p>
            <a:r>
              <a:t>- 使用 matplotlib 绘图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第6晚：高波动筛选 + 多股票对比分析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教学目标：</a:t>
            </a:r>
          </a:p>
          <a:p>
            <a:r>
              <a:t>- 学会筛选涨跌幅绝对值大于 3% 的数据</a:t>
            </a:r>
          </a:p>
          <a:p>
            <a:r>
              <a:t>- 合并多股票并绘图比较</a:t>
            </a:r>
          </a:p>
          <a:p>
            <a:r>
              <a:t>- 导出 Excel 文件</a:t>
            </a:r>
          </a:p>
          <a:p>
            <a:r>
              <a:t>⭐ 重点技巧：</a:t>
            </a:r>
          </a:p>
          <a:p>
            <a:r>
              <a:t>- 使用布尔索引筛选</a:t>
            </a:r>
          </a:p>
          <a:p>
            <a:r>
              <a:t>- DataFrame 合并与时间对齐</a:t>
            </a:r>
          </a:p>
          <a:p>
            <a:r>
              <a:t>- matplotlib 多股折线图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第7晚：模拟买入收益 + 导出报告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教学目标：</a:t>
            </a:r>
          </a:p>
          <a:p>
            <a:r>
              <a:t>- 设置日期区间，计算收益率</a:t>
            </a:r>
          </a:p>
          <a:p>
            <a:r>
              <a:t>- 构建收益对比 DataFrame</a:t>
            </a:r>
          </a:p>
          <a:p>
            <a:r>
              <a:t>- 使用 to_excel() 批量导出</a:t>
            </a:r>
          </a:p>
          <a:p>
            <a:r>
              <a:t>⭐ 重点技巧：</a:t>
            </a:r>
          </a:p>
          <a:p>
            <a:r>
              <a:t>- 计算收益率逻辑 ((卖-买)/买)</a:t>
            </a:r>
          </a:p>
          <a:p>
            <a:r>
              <a:t>- 创建带多列的 DataFrame</a:t>
            </a:r>
          </a:p>
          <a:p>
            <a:r>
              <a:t>- 保存结果与分析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第8晚：振幅 Top10 + 图文报告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教学目标：</a:t>
            </a:r>
          </a:p>
          <a:p>
            <a:r>
              <a:t>- 定义振幅指标并排序</a:t>
            </a:r>
          </a:p>
          <a:p>
            <a:r>
              <a:t>- 提取Top10交易日</a:t>
            </a:r>
          </a:p>
          <a:p>
            <a:r>
              <a:t>- 柱状图 + 图文报告导出</a:t>
            </a:r>
          </a:p>
          <a:p>
            <a:r>
              <a:t>⭐ 重点技巧：</a:t>
            </a:r>
          </a:p>
          <a:p>
            <a:r>
              <a:t>- 结合排序与绘图</a:t>
            </a:r>
          </a:p>
          <a:p>
            <a:r>
              <a:t>- Excel + matplotlib 图表联动</a:t>
            </a:r>
          </a:p>
          <a:p>
            <a:r>
              <a:t>- 项目式输出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